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Average"/>
      <p:regular r:id="rId13"/>
    </p:embeddedFont>
    <p:embeddedFont>
      <p:font typeface="Oswald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verage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swald-bold.fntdata"/><Relationship Id="rId14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8ef08f3259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8ef08f325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8ef08f325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8ef08f325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8ef08f3259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8ef08f3259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8ef08f3259_0_6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8ef08f3259_0_6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8ef08f3259_0_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8ef08f3259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8ef08f3259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8ef08f3259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HTML elements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Elementos HTML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Tag / Etiqueta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8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Los elementos HTML están definidos por una etiqueta de inicio, el contenido y una etiqueta de cierre.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712550" y="2889200"/>
            <a:ext cx="76569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200">
                <a:solidFill>
                  <a:srgbClr val="FFFFFF"/>
                </a:solidFill>
              </a:rPr>
              <a:t>&lt;tag&gt; </a:t>
            </a:r>
            <a:r>
              <a:rPr lang="es" sz="4200">
                <a:solidFill>
                  <a:srgbClr val="FFFFFF"/>
                </a:solidFill>
              </a:rPr>
              <a:t>El Contenido &lt;/tag&gt;</a:t>
            </a:r>
            <a:endParaRPr sz="4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Etiquetas de bloque HTML5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1826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/>
              <a:t>&lt;main&gt; </a:t>
            </a:r>
            <a:endParaRPr sz="2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/>
              <a:t>&lt;header&gt;</a:t>
            </a:r>
            <a:endParaRPr sz="2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/>
              <a:t>&lt;nav&gt;</a:t>
            </a:r>
            <a:endParaRPr sz="2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/>
              <a:t>&lt;article&gt;</a:t>
            </a:r>
            <a:endParaRPr sz="2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/>
              <a:t>&lt;section&gt;</a:t>
            </a:r>
            <a:endParaRPr sz="2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/>
              <a:t>&lt;aside&gt;</a:t>
            </a:r>
            <a:endParaRPr sz="2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/>
              <a:t>&lt;footer&gt;</a:t>
            </a:r>
            <a:endParaRPr sz="2100"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1710175" y="1152475"/>
            <a:ext cx="7122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Se refiere al contenido principal de un documen</a:t>
            </a:r>
            <a:r>
              <a:rPr lang="es" sz="1600"/>
              <a:t>to.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Hace referencia al título o introducción.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Contiene los enlaces de navegación del documento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Sirve para englobar información, ej; entradas de un blog.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Es una sección genérica de un documento, ej; “Contact us”.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Allí se encuentra la información relacionada y referencias.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Pie de página, información de la organización y enlaces ext.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DOM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4712900" y="1152475"/>
            <a:ext cx="411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Los elementos se pueden organizar de acuerdo a las necesidades del sitio y pueden usarse más de una vez, sin embargo solo puede haber una etiqueta “main” en el documento.</a:t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4119389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Etiquetas de linea (figure)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5181600" cy="37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&lt;figure&gt;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2400"/>
              <a:t>	&lt;img src = “neko.jpg” alt = “neko”&gt;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2400"/>
              <a:t>	&lt;figcaption&gt;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2400"/>
              <a:t>		Gatetes</a:t>
            </a:r>
            <a:endParaRPr sz="2400"/>
          </a:p>
          <a:p>
            <a:pPr indent="45720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2400"/>
              <a:t>&lt;/</a:t>
            </a:r>
            <a:r>
              <a:rPr lang="es" sz="2400"/>
              <a:t>figcaption&gt;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2400"/>
              <a:t>&lt;/figure&gt;</a:t>
            </a:r>
            <a:endParaRPr sz="2400"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2500" y="1319813"/>
            <a:ext cx="3345900" cy="2503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Etiquetas de línea 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11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FFFFFF"/>
                </a:solidFill>
              </a:rPr>
              <a:t>time</a:t>
            </a:r>
            <a:endParaRPr sz="33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&lt;time&gt; 2020-08-01 &lt;/time&gt;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Se escribe en orden AA/MM/DD</a:t>
            </a:r>
            <a:endParaRPr sz="1600"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2267275"/>
            <a:ext cx="8520600" cy="9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FFFFFF"/>
                </a:solidFill>
              </a:rPr>
              <a:t>em</a:t>
            </a:r>
            <a:endParaRPr sz="33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&lt;p&gt;Usamos esta etiqueta para &lt;em&gt;enfatizar&lt;/em&gt; no estilizar&lt;/p&gt;</a:t>
            </a:r>
            <a:endParaRPr sz="1600"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3342475"/>
            <a:ext cx="85206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FFFFFF"/>
                </a:solidFill>
              </a:rPr>
              <a:t>i</a:t>
            </a:r>
            <a:endParaRPr sz="33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&lt;p&gt;Ayer comimos &lt;i&gt;unagi&lt;/i&gt; en un restaurante japonés&lt;/p&gt;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Etiquetas de línea 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520600" cy="11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FFFFFF"/>
                </a:solidFill>
              </a:rPr>
              <a:t>strong</a:t>
            </a:r>
            <a:endParaRPr sz="33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&lt;p&gt;Usamos esta etiqueta para indicar la &lt;strong&gt;importancia&lt;/strong&gt; de una palabra&lt;/p&gt;</a:t>
            </a:r>
            <a:endParaRPr sz="1600"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2189550"/>
            <a:ext cx="85206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FFFFFF"/>
                </a:solidFill>
              </a:rPr>
              <a:t>b</a:t>
            </a:r>
            <a:endParaRPr sz="33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&lt;p&gt;Usamos esta etiqueta para aplicar &lt;b&gt;negrita&lt;/b&gt; por cuestiones </a:t>
            </a:r>
            <a:r>
              <a:rPr lang="es" sz="1600"/>
              <a:t>ortográficas</a:t>
            </a:r>
            <a:r>
              <a:rPr lang="es" sz="1600"/>
              <a:t> &lt;/p&gt;</a:t>
            </a:r>
            <a:endParaRPr sz="1600"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700" y="3187050"/>
            <a:ext cx="8520600" cy="13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FFFFFF"/>
                </a:solidFill>
              </a:rPr>
              <a:t>small</a:t>
            </a:r>
            <a:endParaRPr sz="33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&lt;p&gt;Este texto está sujeto bajo una licencia &lt;small&gt;Creative Commons&lt;/small&gt;&lt;/p&gt;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